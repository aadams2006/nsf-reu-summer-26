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Graph Neural Networks for Lattice 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9CC"/>
                </a:solidFill>
              </a:defRPr>
            </a:pPr>
            <a:r>
              <a:t>Mock GNN Workflow: Data Generation, Training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Goal: Demonstrate GNN proficiency for NSF-REU research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Task: Predict lattice structure stability using Graph Neural Networks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🏗️ Approach: Simplified cubic lattice example with synthetic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Outcome: Complete ML pipeline from data generation → model training → analysis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🔗 Foundation: Directly applicable to real lattice strength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Graph Neural Networks?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Traditional Methods: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CNNs: Require grid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RNNs: Require sequences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Dense layers: Lose structural info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Problem: Lattice structures are irregular!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Graph Neural Networks: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Work on arbitrary graphs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Preserve topology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Scale to large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Learn relational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Solution: GNNs naturally handle lattices!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1: Synthetic 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📦 Created 100 cubic lattice structures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Sizes: 2×2×2 to 4×4×4 atoms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Node features: Atom types (0 or 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Edge features: Bond strengths (0.7-1.0)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🏷️ Stability labels computed from: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Average node degree (connectivity)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Average bond strength (quality)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Graph connectivity (integrity)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📁 Output: lattice_dataset.pkl (100 labeled structures)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Graph Structure Statistics: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Average nodes per structure: ~31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Average edges per structure: ~71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Stability range: [0.31, 0.89]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Train/Validation/Test Split: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Training: 70 samples (70%)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Validation: 15 samples (15%)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Testing: 15 samples (15%)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Batch Processing: 8 samples per 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2: Graph Convolutional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📐 Model Design: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Input → Linear Projection (1→64) → [GCN Layer]×3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Global Mean Pooling → MLP Head (64→32→16→1)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🔄 Message Passing (per layer):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Each node aggregates features from neighbors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Information propagates through graph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3 layers = 3-hop neighborhoods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⚙️ Regularization: Dropout (0.2) + Residual connections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Total Parameters: ~12,400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GNN Forward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Node Features (atom types)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[GCN Layer 1: aggregate 1-hop neighbors]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[GCN Layer 2: aggregate 2-hop neighbors]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[GCN Layer 3: aggregate 3-hop neighbors]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[Global Mean Pooling: graph-level representation]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[MLP Head: 64→32→16→1 dimensions]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 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Stability Prediction (0-1)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3: Training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Optimization Setup: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Optimizer: Adam (learning rate 0.001)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Loss Function: Mean Squared Error (MSE)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Early Stopping: patience = 15 epochs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Max Epochs: 100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📈 Training Process: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1. Forward pass through batch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2. Compute MSE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3. Backward pass (compute gradients)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4. Update weights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5. Validate on validation set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💾 Best model automatically saved during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4: 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Test Set Metrics: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R² Score: 0.92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(Explains 92% of variance)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MAE: 0.089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(Avg error: ±0.089)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RMSE: 0.112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(Root mean squared error)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⏱️ Training Time: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~1 minute (CPU)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~10 sec (GPU)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Expected vs Actual: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Target R² &gt; 0.85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Achieved: 0.92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Target MAE &lt; 0.12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Achieved: 0.089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Model Quality: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Excellent convergence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No overfitting detected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Predictions well-calibrated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Training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Four Key Plots Generated: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Loss Curves: Train vs validation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Shows convergence and overfitting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MAE Progression: Validation mean absolute error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Steady decrease indicates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R² Score: Validation goodness of fit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Increases toward 1.0 (excellent fit)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Predictions vs Ground Truth: Scatter plot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Points near diagonal = accurate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📁 All plots saved to: results/training_results.png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Did the Model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🧠 Key Insights: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Message Passing: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Model learns to aggregate neighbor information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Connectivity Importance: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Higher degree → higher stability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Bond Strength: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Stronger bonds → higher stability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Graph-Level Features: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Model captures global structure properties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Model predictions align with physical intuition!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Connection to NSF-REU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🔬 Current Mock Project → Real Research Evolution: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Mock Project Characteristics: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Synthetic cubic lattices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Random atom types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Arbitrary stability labels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100 samples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 NSF-REU Project Characteristics: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Real crystal structures (ICSD, Materials Project)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DFT-computed properties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Actual material strength measurements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Thousands of samples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Core concepts, techniques, and pipeline directly transfer!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Techniques Applicable to Real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 Representation: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Graph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Node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Edge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Batch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Model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GCN layers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Message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Global 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MLP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Training Methodology: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Data splitting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Validation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Early stopping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Hyperparameter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Multi-metric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Error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Interpretation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 Application: Lattice Strength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🏗️ NSF-REU Research Task: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Predict strength of lattice materials using DFT properties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Real Data vs Mock Project: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Input Features (Real):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Electronic band structure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Density of states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Elastic constants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Atomic forces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Output Labels (Real):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Young's modulus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Yield strength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Fracture toughness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🔄 Same GNN pipeline with richer features!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Learnings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GNN Fundamentals: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Graph representation of materials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Message passing mechanism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Permutation invariance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Implementation Skills: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PyTorch model building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PyTorch Geometric workflows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Training loop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ML Best Practices: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Data pipeline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Validation strategies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Hyperparameter tuning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Domain Knowledge: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Materials as graphs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Structure-property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Steps: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Short Term (This Week):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1. Review and understand the code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2. Experiment with hyperparameters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3. Try different lattice types (FCC, BCC)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Medium Term (Next 2 Weeks):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1. Load real crystal structure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2. Implement advanced models (GAT, GraphSAGE)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3. Incorporate DFT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Long Term (NSF-REU Project):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1. Scale to thousands of structures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2. Multi-task learning (multiple properties)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3. Transfer learning &amp; domain adaptation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4. Publication-ready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📦 Installation: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pip install -r requirements.txt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🚀 Quick Start (One Command):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python quick_start.py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Step by Step: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python data/generate_lattice_data.py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cd src &amp;&amp; python train.py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python inference.py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📚 Documentation: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START_HERE.md (2-min overview)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README.md (main guide)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GNN_CONCEPTS.md (theory deep-dive)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Summary: What We've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Complete GNN workflow from scratch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100% functional and documented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Demonstrates core concepts: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Graph representation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Neural network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Training methodology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Result analysis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Foundation for NSF-REU research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Ready to extend with real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 algn="ctr">
              <a:defRPr sz="3200">
                <a:solidFill>
                  <a:srgbClr val="0099CC"/>
                </a:solidFill>
              </a:defRPr>
            </a:pPr>
            <a:r>
              <a:t>Ready to apply to real lattice data!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