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Arial"/>
              </a:rPr>
              <a:t>Mean Held-Out Test R² by Configuration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A9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Baseline
GCN-2</c:v>
                  </c:pt>
                  <c:pt idx="1">
                    <c:v>+ Richer
Features</c:v>
                  </c:pt>
                  <c:pt idx="2">
                    <c:v>+ Graph
Features</c:v>
                  </c:pt>
                  <c:pt idx="3">
                    <c:v>+ Target
Norm.</c:v>
                  </c:pt>
                  <c:pt idx="4">
                    <c:v>GCN-3
(best)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0.9148</c:v>
                </c:pt>
                <c:pt idx="1">
                  <c:v>0.938</c:v>
                </c:pt>
                <c:pt idx="2">
                  <c:v>0.9411</c:v>
                </c:pt>
                <c:pt idx="3">
                  <c:v>0.9447</c:v>
                </c:pt>
                <c:pt idx="4">
                  <c:v>0.9456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E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project, myself, and my advisor. Keep it to about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problem, then pivot to the size of the prize: cite the $1.2T+ advanced materials market and the faster-growing lattice/composites segment. Land the line: materials set the ceiling for every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right, then point out the six representation upgrades tested this summer. Emphasize this is a controlled, additive research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chart: each bar is a confirmed, multi-seed-validated gain. Baseline R2 0.9148 to 0.9456 with 24% RMSE reduction. All gains from feature engineering, not optimizer swaps.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significance in one sentence, thank Dr. Liu and the REU program, and stop —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114800" cy="41148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REU — OPTICS &amp; PHOTONICS  |  SUMMER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Lattice Stiffness with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defect-aware alternative to finite element simulation for architected lattice materials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Adams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Engineering &amp; Materials Science, University of Pittsburgh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Xing Liu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&amp; Industrial Engineering, New Jersey Institute of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Significance &amp; Goals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4" name="Image 0" descr="icons_flas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0759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34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assumes perfectly periodic lattices. Manufacturing reality introduces strut-diameter variation, missing struts, and node misalignment — so classical models fail to predict real stiffness and fracture behavior.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8" name="Image 1" descr="icons_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3192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246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48640" y="37033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 neural network that predicts lattice stiffness directly from imperfect, real-world geometry — fast enough for iterative design, accurate enough to trust in place of full simulation.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48640" y="52578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no matter the field — aerospace, energy, medicine, defense — performance eventually hits a ceiling set by materials. Better material optimization raises that ceiling everywhere at once.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9224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MATERIALS: THE MONEY BEHIND THE MATH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92240" y="1874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$1.2T+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advanced materials market (2023)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92240" y="324612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3429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$110–133B → $205–313B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6492240" y="4069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composites &amp; lattice materials, 2024 → 2032–34 (~8–9% CAGR)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92240" y="4754880"/>
            <a:ext cx="484632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  /  40%+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492240" y="5486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Stiffness-to-weight gain over foams  /  possible weight reduction from lattice design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neural network learns directly on lattice geometry — no meshing, no billions of degrees of freedom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1828800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icons_site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Geometry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positions,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boundary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8152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7972" y="1828800"/>
            <a:ext cx="585216" cy="585216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2" name="Image 1" descr="icons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19476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node + graph-level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1616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82612" y="1828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_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19476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Model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5508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over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 learns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response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50808" y="2382012"/>
            <a:ext cx="283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052560" y="16002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17252" y="1828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icons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194767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514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Stiffness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89720" y="28803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surrogate for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 simulation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Pipeline Development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48640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graph edges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3547872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547872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547104" y="4343400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47104" y="4343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010912"/>
            <a:ext cx="283464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8640" y="50109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normalization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3547872" y="5010912"/>
            <a:ext cx="3931920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547872" y="50109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search (GCN-2/3, GraphSAGE, GIN)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644384" y="5010912"/>
            <a:ext cx="2953512" cy="502920"/>
          </a:xfrm>
          <a:prstGeom prst="roundRect">
            <a:avLst>
              <a:gd name="adj" fmla="val 16364"/>
            </a:avLst>
          </a:prstGeom>
          <a:solidFill>
            <a:srgbClr val="F4F6F9"/>
          </a:solidFill>
          <a:ln w="9525">
            <a:solidFill>
              <a:srgbClr val="8DA9C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644384" y="5010912"/>
            <a:ext cx="2953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validation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keeps Adam optimization + the same train/validation/test split fixed, so gains are attributable to representation, not tuning noise.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upgrades — not optimizer tuning — drove the accuracy gain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0876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 0.9148  →  0.9456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952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best multi-seed configuration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 0.00382  →  0.00288  (−24%)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3383280"/>
            <a:ext cx="4343400" cy="2148840"/>
          </a:xfrm>
          <a:prstGeom prst="roundRect">
            <a:avLst>
              <a:gd name="adj" fmla="val 3404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8952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Across 5 Seeds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39776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range: 0.934 – 0.955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remains the strongest optimizer — AdamW and SGD variants underperform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GCN-3 modestly outperforms GCN-2; GraphSAGE and GIN did not improve results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out-of-distribution (prediction-set) generalization still trails held-out test accuracy — the focus of ongoing work.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0E18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Future Work</a:t>
            </a:r>
            <a:endParaRPr lang="en-US" sz="3000" dirty="0"/>
          </a:p>
        </p:txBody>
      </p:sp>
      <p:pic>
        <p:nvPicPr>
          <p:cNvPr id="5" name="Image 0" descr="icons_rock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stands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defect-aware GCN surrogate now predicts lattice stiffness at 0.95 test R² — replacing costly FE simulation and enabling rapid design iteration across defective, real-world lattice geometries.</a:t>
            </a:r>
            <a:endParaRPr lang="en-US" sz="1350" dirty="0"/>
          </a:p>
        </p:txBody>
      </p:sp>
      <p:pic>
        <p:nvPicPr>
          <p:cNvPr id="8" name="Image 1" descr="icons_bulb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3749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validation of Huber-loss objective for tail-seed stability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residual GCN-3 to close the out-of-distribution gap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stiffness to failure-mode / fracture prediction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46520" y="141732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766560" y="16276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766560" y="2011680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set the ceiling for aerospace, energy, medicine, and defense alike. Faster, defect-aware design tools push that ceiling higher — across a $1.2T+ market moving toward $200–300B+ in architected materials alone.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46520" y="40233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0E18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766560" y="4224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766560" y="457200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Xing Liu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Mechanical &amp; Industrial Engineering, NJIT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REU Site: Optics &amp; Photonics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 Institute of Technology, Summer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Lattice Stiffness with Graph Neural Networks</dc:title>
  <dc:subject>PptxGenJS Presentation</dc:subject>
  <dc:creator>Alexander Adams</dc:creator>
  <cp:lastModifiedBy>Alexander Adams</cp:lastModifiedBy>
  <cp:revision>1</cp:revision>
  <dcterms:created xsi:type="dcterms:W3CDTF">2026-07-06T22:00:53Z</dcterms:created>
  <dcterms:modified xsi:type="dcterms:W3CDTF">2026-07-06T22:00:53Z</dcterms:modified>
</cp:coreProperties>
</file>