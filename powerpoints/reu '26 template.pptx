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258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vis Jacobs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686"/>
    <a:srgbClr val="0F3E7B"/>
    <a:srgbClr val="014F9E"/>
    <a:srgbClr val="FCB61C"/>
    <a:srgbClr val="001F5B"/>
    <a:srgbClr val="A7D2E0"/>
    <a:srgbClr val="0432FF"/>
    <a:srgbClr val="FF0000"/>
    <a:srgbClr val="FF2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50000" autoAdjust="0"/>
  </p:normalViewPr>
  <p:slideViewPr>
    <p:cSldViewPr>
      <p:cViewPr>
        <p:scale>
          <a:sx n="75" d="100"/>
          <a:sy n="75" d="100"/>
        </p:scale>
        <p:origin x="1603" y="5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152"/>
    </p:cViewPr>
  </p:sorterViewPr>
  <p:notesViewPr>
    <p:cSldViewPr>
      <p:cViewPr varScale="1">
        <p:scale>
          <a:sx n="86" d="100"/>
          <a:sy n="86" d="100"/>
        </p:scale>
        <p:origin x="-304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77948F-8F14-D741-A91D-17DAA1A33C3C}" type="datetime1">
              <a:rPr lang="en-US"/>
              <a:pPr>
                <a:defRPr/>
              </a:pPr>
              <a:t>5/27/2026</a:t>
            </a:fld>
            <a:endParaRPr lang="en-US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9EFBD60-ED00-9F49-9C44-185C37AA9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17E32B26-EEC0-9247-A56A-A050A540A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1 Tit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DFF146A-4BCE-6F95-2D4C-A6F7B2A0D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4FB9F8-A929-64F9-8452-DF5F52C12C2C}"/>
              </a:ext>
            </a:extLst>
          </p:cNvPr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2B8474-1DC1-B492-A83D-2535C61CCD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0A84B-3904-6B95-68EB-E37CE90A15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C7C03-25AE-60C0-E0C6-14C3DA9A56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BC5DFF-661D-7A87-98CC-549BC731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572"/>
            <a:ext cx="6010930" cy="6397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041DF6-60C1-D18C-A84F-4C23DF4CAED5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6410E-FFA5-6012-8204-8E0258311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1" name="Picture 10" descr="University of Pittsburgh, Mechanical Engineering and Materials Science">
            <a:extLst>
              <a:ext uri="{FF2B5EF4-FFF2-40B4-BE49-F238E27FC236}">
                <a16:creationId xmlns:a16="http://schemas.microsoft.com/office/drawing/2014/main" id="{18DF627C-11E2-B857-0B20-57F581D4A1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6159660"/>
            <a:ext cx="2311580" cy="707743"/>
          </a:xfrm>
          <a:prstGeom prst="rect">
            <a:avLst/>
          </a:prstGeom>
        </p:spPr>
      </p:pic>
      <p:pic>
        <p:nvPicPr>
          <p:cNvPr id="12" name="Picture 11" descr="NJIT Launches a Campus Chapter of the National Academy of Inventors | David  A. Bader">
            <a:extLst>
              <a:ext uri="{FF2B5EF4-FFF2-40B4-BE49-F238E27FC236}">
                <a16:creationId xmlns:a16="http://schemas.microsoft.com/office/drawing/2014/main" id="{6B28D72E-749C-EBC3-22F6-A19174E6E2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6284380"/>
            <a:ext cx="1112280" cy="458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2 Title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A186-A842-EB41-93F8-9926F66DBD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17"/>
            <a:ext cx="9144000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eal 2color 2 line.png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D572-9420-AD18-8C3B-3529F2BF12E8}"/>
              </a:ext>
            </a:extLst>
          </p:cNvPr>
          <p:cNvSpPr txBox="1"/>
          <p:nvPr userDrawn="1"/>
        </p:nvSpPr>
        <p:spPr>
          <a:xfrm>
            <a:off x="2305373" y="3159641"/>
            <a:ext cx="46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9725D-A2D6-16FE-6F5D-47EE05BF27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585B-2E8A-DEF3-CD0F-C20D13904D3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50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37E8E-DC5A-2D7E-941E-9988B75C8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92599"/>
      </p:ext>
    </p:extLst>
  </p:cSld>
  <p:clrMapOvr>
    <a:masterClrMapping/>
  </p:clrMapOvr>
</p:sld>
</file>

<file path=ppt/theme/theme1.xml><?xml version="1.0" encoding="utf-8"?>
<a:theme xmlns:a="http://schemas.openxmlformats.org/drawingml/2006/main" name="Body 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mechbpresentation" id="{69F95A6D-80FB-42CF-9430-49B8985042DD}" vid="{8DAACE04-E927-497C-BE7F-C965F736CC2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59F7608B13A4D86BCC979C54BBCCB" ma:contentTypeVersion="3" ma:contentTypeDescription="Create a new document." ma:contentTypeScope="" ma:versionID="562f52eeba954e953f3dbe994cae5a50">
  <xsd:schema xmlns:xsd="http://www.w3.org/2001/XMLSchema" xmlns:xs="http://www.w3.org/2001/XMLSchema" xmlns:p="http://schemas.microsoft.com/office/2006/metadata/properties" xmlns:ns2="08677264-7440-49ce-928a-9917bd2fc905" targetNamespace="http://schemas.microsoft.com/office/2006/metadata/properties" ma:root="true" ma:fieldsID="cfe0b1e2cc427cbe41c2a2bde47cd0a9" ns2:_="">
    <xsd:import namespace="08677264-7440-49ce-928a-9917bd2fc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77264-7440-49ce-928a-9917bd2fc9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C02176-421E-4469-B6C2-6437A9690D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1EAF09-CD46-4973-8E3F-6CB46C90C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77264-7440-49ce-928a-9917bd2fc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74ED9B8-9FE6-4BEC-B456-79D1D6C96D7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 Lab 3-18</Template>
  <TotalTime>19</TotalTime>
  <Words>1</Words>
  <Application>Microsoft Office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Myriad Pro</vt:lpstr>
      <vt:lpstr>Body Slides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Adams, Alex</dc:creator>
  <cp:keywords/>
  <dc:description/>
  <cp:lastModifiedBy>Adams, Alex</cp:lastModifiedBy>
  <cp:revision>2</cp:revision>
  <cp:lastPrinted>2016-03-29T19:22:42Z</cp:lastPrinted>
  <dcterms:created xsi:type="dcterms:W3CDTF">2026-05-27T15:51:39Z</dcterms:created>
  <dcterms:modified xsi:type="dcterms:W3CDTF">2026-05-27T16:11:11Z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0x010100CE759F7608B13A4D86BCC979C54BBCCB</vt:lpwstr>
  </property>
</Properties>
</file>